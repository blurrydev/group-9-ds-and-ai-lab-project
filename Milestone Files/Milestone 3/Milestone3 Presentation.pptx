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45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Query-Aware Prompt Compression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Hindi Question Answering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D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Sequence Labeling with XLM-RoBERTa-Large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Organization &amp; Pipeline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0442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and processed data are kept separate for reproducible preprocessing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raw_hindi_qa.json   — original Hindi QA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train_indicqa.jsonl — processed training split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val_indicqa.jsonl   — processed validation split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</a:t>
            </a:r>
            <a:r>
              <a:rPr lang="en-US" sz="1150" dirty="0" err="1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training_on_subset.ipynb</a:t>
            </a: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worklog/     — progress documentation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fetch_data.py    — downloads/prepares raw data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distill.py       — generates token-level labels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validate_data.py — dataset validation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cs typeface="Courier New" pitchFamily="34" charset="-120"/>
              </a:rPr>
              <a:t>pipeline_test.py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         — training/inference pipeline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Workflow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10312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IndicQA (Hindi)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67004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281635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81635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Context, Question, Answer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32520" y="338328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958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52958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Query-Aware Context Distillation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409651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24281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42428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Tokenization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4809744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95604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95604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Token Label 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552297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56692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566928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Dataset (.jsonl)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Distillation &amp; Binary Labeling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 is converted into a token-level sequence labeling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Query-Aware Distillation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context + question is sent to Qwen 3.5-397B, which removes irrelevant text, keeps the original Hindi wording, and preserves grammar.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Tokenization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original and compressed context are split on whitespace: orig_tokens = original_text.split(), comp_tokens = compressed_text.split().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43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37160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Generation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tokens are converted into a set; each original token is labeled 1 if it appears in that set, 0 otherwise.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2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21488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     Label
</a:t>
            </a:r>
            <a:r>
              <a:rPr lang="en-US" sz="130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दिल्ली        0
भारत         0
</a:t>
            </a: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राष्ट्रीय       1
राजधानी      1
क्षेत्र          1
११२          1
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4343400"/>
            <a:ext cx="4663440" cy="0"/>
          </a:xfrm>
          <a:prstGeom prst="line">
            <a:avLst/>
          </a:prstGeom>
          <a:noFill/>
          <a:ln w="12700">
            <a:solidFill>
              <a:srgbClr val="D8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record (JSONL):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48006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{"question", "original_answer",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"tokens": [...], "labels": [0,0,1,1,...] 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Architecture: XLM-RoBERTa-Large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encoder fine-tuned with a token classification head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Context Tokens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947672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5029200" cy="530352"/>
          </a:xfrm>
          <a:prstGeom prst="roundRect">
            <a:avLst>
              <a:gd name="adj" fmla="val 8621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3911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Tokenizer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569464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5029200" cy="530352"/>
          </a:xfrm>
          <a:prstGeom prst="roundRect">
            <a:avLst>
              <a:gd name="adj" fmla="val 862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6090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IDs + Attention Mask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191256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5029200" cy="530352"/>
          </a:xfrm>
          <a:prstGeom prst="roundRect">
            <a:avLst>
              <a:gd name="adj" fmla="val 8621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8269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XLM-RoBERTa-Large Encoder (24 layers)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813048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3383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Token Embeddings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861255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52695"/>
            <a:ext cx="5029200" cy="530352"/>
          </a:xfrm>
          <a:prstGeom prst="roundRect">
            <a:avLst>
              <a:gd name="adj" fmla="val 862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57200" y="3952695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Classification Head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4483047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74487"/>
            <a:ext cx="5029200" cy="530352"/>
          </a:xfrm>
          <a:prstGeom prst="roundRect">
            <a:avLst>
              <a:gd name="adj" fmla="val 8621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4487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(1) / Remove (0)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1417320"/>
            <a:ext cx="576072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21792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layers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86968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embedding size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1792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217920" y="3886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heads per layer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6968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~560M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8869680" y="3886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17920" y="4709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6217920" y="5394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input sequence length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69680" y="4709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869680" y="5394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 (Remove / Keep)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1792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&lt;s&gt; Question &lt;/s&gt;&lt;/s&gt; Context &lt;/s&gt;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Pipeline &amp; Label Alignment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tokenize_and_align_labels() maps whitespace labels onto sub-word tokens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25633"/>
            <a:ext cx="557784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Call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tokenizer(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question.split(),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truncation="only_second",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max_length=512,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padding="max_length",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is_split_into_words=True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tokens use sequence id 0; context tokens use sequence id 1.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xlm-roberta-large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tokenizer checkpoint used throughout the pipeline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Alignment Rule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tokens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word_id is None  →  label = -100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tokens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1272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sequence_id == 0  →  label = -100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611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sub-word of a context token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 the original word's label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43891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sub-words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681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= -100 (ignored in loss)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5349240"/>
            <a:ext cx="4846320" cy="0"/>
          </a:xfrm>
          <a:prstGeom prst="line">
            <a:avLst/>
          </a:prstGeom>
          <a:noFill/>
          <a:ln w="12700">
            <a:solidFill>
              <a:srgbClr val="D8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5486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batches at batch_size = 4 with shuffling for training.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 &amp; Loss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with Hugging Face Trainer and token-level cross-entropy loss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7784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TrainingArguments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num_train_epochs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20574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4414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per_device_train_batch_size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24414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8254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per_device_eval_batch_size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282549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2095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32095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5935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weight_decay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5935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eval_strategy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39776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3616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save_strategy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43616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74573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logging_steps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0" y="474573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2669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Trainer Setup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20574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23500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token labels are compared against the binary ground-truth labels; padding tokens are ignored.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0" y="30175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DataCollatorForTokenClassification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3101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pads input batches and aligns labels for the token classification head.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3977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Backpropagation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42702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flow through both the classification head and the pretrained XLM-RoBERTa encoder.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Prediction &amp; Reconstruction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evaluation and reconstruction of the compressed context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compute_metrics() flattens predictions and labels (ignoring -100), then scores them with sklearn's f1_score — balancing precision and recall for the imbalanced Keep/Remove classes.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60" dirty="0"/>
          </a:p>
        </p:txBody>
      </p:sp>
      <p:sp>
        <p:nvSpPr>
          <p:cNvPr id="10" name="Text 8"/>
          <p:cNvSpPr/>
          <p:nvPr/>
        </p:nvSpPr>
        <p:spPr>
          <a:xfrm>
            <a:off x="14173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predict() function keeps only the first sub-word of each context token, and tokens with predicted label 1 are joined in original order to form the compressed context.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2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राजधानी दिल्ली में वाहनों की कुल कितनी संख्या है?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११२ लाख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703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CONTEXT (predicted, label = 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राष्ट्रीय राजधानी क्षेत्र में ११२ लाख वाहन हैं।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4800600"/>
            <a:ext cx="4846320" cy="0"/>
          </a:xfrm>
          <a:prstGeom prst="line">
            <a:avLst/>
          </a:prstGeom>
          <a:noFill/>
          <a:ln w="12700">
            <a:solidFill>
              <a:srgbClr val="D8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834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evaluated on the trainer's predict() output, comparing predicted vs. ground-truth token labels via unique-value counts and F1.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Project — Milestone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848</Words>
  <Application>Microsoft Office PowerPoint</Application>
  <PresentationFormat>Widescreen</PresentationFormat>
  <Paragraphs>160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Hitesh Binjrawat</cp:lastModifiedBy>
  <cp:revision>2</cp:revision>
  <dcterms:created xsi:type="dcterms:W3CDTF">2026-07-25T11:08:12Z</dcterms:created>
  <dcterms:modified xsi:type="dcterms:W3CDTF">2026-07-25T15:23:25Z</dcterms:modified>
</cp:coreProperties>
</file>